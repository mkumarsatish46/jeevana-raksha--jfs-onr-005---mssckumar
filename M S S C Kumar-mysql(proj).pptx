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897A8-D5F8-4E4C-BF55-B9FC5AA6421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4991B-C66C-4195-97DB-9B8538D3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0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4991B-C66C-4195-97DB-9B8538D3EFD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775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731520"/>
            <a:ext cx="1280160" cy="128016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1828800"/>
            <a:ext cx="685800" cy="685800"/>
          </a:xfrm>
          <a:prstGeom prst="ellipse">
            <a:avLst/>
          </a:prstGeom>
          <a:solidFill>
            <a:srgbClr val="EB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52560" y="2743200"/>
            <a:ext cx="457200" cy="457200"/>
          </a:xfrm>
          <a:prstGeom prst="ellipse">
            <a:avLst/>
          </a:prstGeom>
          <a:solidFill>
            <a:srgbClr val="5AB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3840480"/>
            <a:ext cx="914400" cy="914400"/>
          </a:xfrm>
          <a:prstGeom prst="ellipse">
            <a:avLst/>
          </a:prstGeom>
          <a:solidFill>
            <a:srgbClr val="2D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7955279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>
                <a:solidFill>
                  <a:srgbClr val="97E1D7"/>
                </a:solidFill>
                <a:latin typeface="Aptos"/>
              </a:rPr>
              <a:t>DATABASE MANAGEMENT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8229600" cy="1600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Jeevan Raksha
Pharmacy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20440"/>
            <a:ext cx="7863840" cy="6858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 dirty="0">
                <a:solidFill>
                  <a:srgbClr val="DCE6F0"/>
                </a:solidFill>
                <a:latin typeface="Aptos"/>
              </a:rPr>
              <a:t>A MySQL Mini Project — Database Design, Data Management &amp; SQL Query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12080"/>
            <a:ext cx="548640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Presented by: 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Matcha Sai Satish Chandra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66928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E1D7"/>
                </a:solidFill>
                <a:latin typeface="Aptos"/>
              </a:rPr>
              <a:t>MySQL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Entity-Relationship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Conceptual relationships between the five core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2103120" cy="10515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 dirty="0">
                <a:solidFill>
                  <a:srgbClr val="142748"/>
                </a:solidFill>
                <a:latin typeface="Aptos"/>
              </a:rPr>
              <a:t>Customers
PK </a:t>
            </a:r>
            <a:r>
              <a:rPr sz="1300" b="1" dirty="0" err="1">
                <a:solidFill>
                  <a:srgbClr val="142748"/>
                </a:solidFill>
                <a:latin typeface="Aptos"/>
              </a:rPr>
              <a:t>customer_id</a:t>
            </a:r>
            <a:r>
              <a:rPr sz="1300" b="1" dirty="0">
                <a:solidFill>
                  <a:srgbClr val="142748"/>
                </a:solidFill>
                <a:latin typeface="Aptos"/>
              </a:rPr>
              <a:t>
</a:t>
            </a:r>
            <a:r>
              <a:rPr sz="1300" b="1" dirty="0" err="1">
                <a:solidFill>
                  <a:srgbClr val="142748"/>
                </a:solidFill>
                <a:latin typeface="Aptos"/>
              </a:rPr>
              <a:t>customer_name</a:t>
            </a:r>
            <a:r>
              <a:rPr sz="1300" b="1" dirty="0">
                <a:solidFill>
                  <a:srgbClr val="142748"/>
                </a:solidFill>
                <a:latin typeface="Aptos"/>
              </a:rPr>
              <a:t>, city,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709928"/>
            <a:ext cx="1828800" cy="10515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 dirty="0">
                <a:solidFill>
                  <a:srgbClr val="142748"/>
                </a:solidFill>
                <a:latin typeface="Aptos"/>
              </a:rPr>
              <a:t>Orders
PK </a:t>
            </a:r>
            <a:r>
              <a:rPr sz="1300" b="1" dirty="0" err="1">
                <a:solidFill>
                  <a:srgbClr val="142748"/>
                </a:solidFill>
                <a:latin typeface="Aptos"/>
              </a:rPr>
              <a:t>order_id</a:t>
            </a:r>
            <a:r>
              <a:rPr sz="1300" b="1" dirty="0">
                <a:solidFill>
                  <a:srgbClr val="142748"/>
                </a:solidFill>
                <a:latin typeface="Aptos"/>
              </a:rPr>
              <a:t>
FK </a:t>
            </a:r>
            <a:r>
              <a:rPr sz="1300" b="1" dirty="0" err="1">
                <a:solidFill>
                  <a:srgbClr val="142748"/>
                </a:solidFill>
                <a:latin typeface="Aptos"/>
              </a:rPr>
              <a:t>customer_id</a:t>
            </a:r>
            <a:endParaRPr sz="1300" b="1" dirty="0">
              <a:solidFill>
                <a:srgbClr val="14274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333756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447288"/>
            <a:ext cx="2286000" cy="11430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42748"/>
                </a:solidFill>
                <a:latin typeface="Aptos"/>
              </a:rPr>
              <a:t>Order Items
PK order_item_id
FK order_id, medicine_id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33756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19" y="3447288"/>
            <a:ext cx="2148839" cy="11430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42748"/>
                </a:solidFill>
                <a:latin typeface="Aptos"/>
              </a:rPr>
              <a:t>Medicines
PK medicine_id
FK supplier_id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1709928"/>
            <a:ext cx="2148839" cy="10515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42748"/>
                </a:solidFill>
                <a:latin typeface="Aptos"/>
              </a:rPr>
              <a:t>Suppliers
PK supplier_id
supplier_name, phone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2212848"/>
            <a:ext cx="64008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0680" y="2212848"/>
            <a:ext cx="1051560" cy="1124712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95360" y="3977639"/>
            <a:ext cx="50292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41280" y="2834640"/>
            <a:ext cx="0" cy="50292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One customer can place many orders. Each order contains order items. Each item references a medicine, and each medicine is linked to a supplier.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BCD6E1-DA9D-42F6-7ACC-43144795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A relational database project for organizing pharmacy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6858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2748"/>
                </a:solidFill>
                <a:latin typeface="Aptos"/>
              </a:rPr>
              <a:t>Jeevan Raksha Pharmacy Management System is designed to store and retrieve pharmacy data in a structured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889504"/>
            <a:ext cx="310896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3108960" cy="4297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273443"/>
                </a:solidFill>
                <a:latin typeface="Aptos"/>
              </a:rPr>
              <a:t>Customer names, cities and contact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889504"/>
            <a:ext cx="310896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SUPPLIERS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3108960" cy="4297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273443"/>
                </a:solidFill>
                <a:latin typeface="Aptos"/>
              </a:rPr>
              <a:t>Supplier details and medicine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889504"/>
            <a:ext cx="310896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MEDICINES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3108960" cy="4297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273443"/>
                </a:solidFill>
                <a:latin typeface="Aptos"/>
              </a:rPr>
              <a:t>Medicine type, price, expiry and 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306824"/>
            <a:ext cx="310896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754880"/>
            <a:ext cx="3108960" cy="4297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273443"/>
                </a:solidFill>
                <a:latin typeface="Aptos"/>
              </a:rPr>
              <a:t>Order dates, totals and payment modes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605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4306824"/>
            <a:ext cx="310896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ORDER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54880"/>
            <a:ext cx="3108960" cy="4297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273443"/>
                </a:solidFill>
                <a:latin typeface="Aptos"/>
              </a:rPr>
              <a:t>Medicines and quantities included in each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Problem Statement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Why a structured pharmacy database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484632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EB9743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846320" cy="344728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273443"/>
                </a:solidFill>
                <a:latin typeface="Aptos"/>
              </a:rPr>
              <a:t>• Manual stock tracking can be error-prone
• Supplier and medicine details may be scattered
• Finding customer orders and payment totals takes time
• Low-stock medicines may be missed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4160520"/>
          </a:xfrm>
          <a:prstGeom prst="roundRect">
            <a:avLst/>
          </a:prstGeom>
          <a:solidFill>
            <a:srgbClr val="DEF5E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46504"/>
            <a:ext cx="484632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344728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273443"/>
                </a:solidFill>
                <a:latin typeface="Aptos"/>
              </a:rPr>
              <a:t>• Store related information in MySQL tables
• Link medicines to their suppliers
• Track orders and order items consistently
• Use SQL queries for reports and low-stock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Objectives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What the database is intended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Maintain centralized customer and supplier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70078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Store medicine prices, expiry dates and stock quantities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11810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Record orders, payment modes and order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97180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11810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6616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Retrieve information using filtering conditions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891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53542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Summarize revenue and quantities using aggregate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3891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535424"/>
            <a:ext cx="47091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OBJECTIVE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983480"/>
            <a:ext cx="4709159" cy="33832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Identify low-stock medicines and supplier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DBMS Concepts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Core relational database and SQL concepts used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ER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Entities, attributes and relationships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46504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PRIMARY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Unique identity for each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746504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FOREIGN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9456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Links related records between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12463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DDL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CREATE TABLE and ALTER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66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712463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DML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6052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INSERT and manage sample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566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712463"/>
            <a:ext cx="306324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AGGREGATION &amp;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160520"/>
            <a:ext cx="3063240" cy="84124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273443"/>
                </a:solidFill>
                <a:latin typeface="Aptos"/>
              </a:rPr>
              <a:t>COUNT, SUM, GROUP BY, HAVING and JOIN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Database Schema — Master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Main reference data used by the pharmacy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315468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2670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273443"/>
                </a:solidFill>
                <a:latin typeface="Aptos"/>
              </a:rPr>
              <a:t>customer_id (PK)
customer_name
city
phone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746504"/>
            <a:ext cx="315468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54680" cy="2670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 dirty="0" err="1">
                <a:solidFill>
                  <a:srgbClr val="273443"/>
                </a:solidFill>
                <a:latin typeface="Aptos"/>
              </a:rPr>
              <a:t>supplier_id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(PK)
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supplier_name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
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contact_person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(if present)
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746504"/>
            <a:ext cx="315468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MEDICINES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94560"/>
            <a:ext cx="3154680" cy="166199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 dirty="0" err="1">
                <a:solidFill>
                  <a:srgbClr val="273443"/>
                </a:solidFill>
                <a:latin typeface="Aptos"/>
              </a:rPr>
              <a:t>medicine_id</a:t>
            </a:r>
            <a:r>
              <a:rPr sz="1500" b="0" dirty="0">
                <a:solidFill>
                  <a:srgbClr val="273443"/>
                </a:solidFill>
                <a:latin typeface="Aptos"/>
              </a:rPr>
              <a:t> (PK)
name / name
category
price,</a:t>
            </a:r>
            <a:endParaRPr lang="en-US" sz="1500" b="0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273443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273443"/>
                </a:solidFill>
                <a:latin typeface="Aptos"/>
              </a:rPr>
              <a:t>stock_quantity</a:t>
            </a:r>
            <a:r>
              <a:rPr sz="1500" b="0" dirty="0">
                <a:solidFill>
                  <a:srgbClr val="273443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273443"/>
                </a:solidFill>
                <a:latin typeface="Aptos"/>
              </a:rPr>
              <a:t>expiry_date</a:t>
            </a:r>
            <a:r>
              <a:rPr sz="1500" b="0" dirty="0">
                <a:solidFill>
                  <a:srgbClr val="273443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273443"/>
                </a:solidFill>
                <a:latin typeface="Aptos"/>
              </a:rPr>
              <a:t>supplier_id</a:t>
            </a:r>
            <a:r>
              <a:rPr sz="1500" b="0" dirty="0">
                <a:solidFill>
                  <a:srgbClr val="273443"/>
                </a:solidFill>
                <a:latin typeface="Aptos"/>
              </a:rPr>
              <a:t> (FK)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Column labels should match the actual table definitions in MySQL Workbench.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Database Schema — Transactional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Tables that record orders and the medicines included in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737360"/>
            <a:ext cx="4480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39" y="1883664"/>
            <a:ext cx="411480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2331720"/>
            <a:ext cx="4114800" cy="2670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273443"/>
                </a:solidFill>
                <a:latin typeface="Aptos"/>
              </a:rPr>
              <a:t>order_id (PK)
customer_id (FK)
order_date
total_amount
payment_mode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37360"/>
            <a:ext cx="4480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883664"/>
            <a:ext cx="411480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ORDER_ITEMS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31720"/>
            <a:ext cx="4114800" cy="135421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 dirty="0" err="1">
                <a:solidFill>
                  <a:srgbClr val="273443"/>
                </a:solidFill>
                <a:latin typeface="Aptos"/>
              </a:rPr>
              <a:t>order_item_id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/ 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item_id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(PK)
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order_id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(FK)
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medicine_id</a:t>
            </a:r>
            <a:r>
              <a:rPr sz="1700" b="0" dirty="0">
                <a:solidFill>
                  <a:srgbClr val="273443"/>
                </a:solidFill>
                <a:latin typeface="Aptos"/>
              </a:rPr>
              <a:t> (FK)
quantity
</a:t>
            </a:r>
            <a:r>
              <a:rPr sz="1700" b="0" dirty="0" err="1">
                <a:solidFill>
                  <a:srgbClr val="273443"/>
                </a:solidFill>
                <a:latin typeface="Aptos"/>
              </a:rPr>
              <a:t>unit_price</a:t>
            </a:r>
            <a:endParaRPr sz="1700" b="0" dirty="0">
              <a:solidFill>
                <a:srgbClr val="27344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08B8B"/>
                </a:solidFill>
                <a:latin typeface="Aptos"/>
              </a:rPr>
              <a:t>Foreign keys connect each order to a customer and each order item to an order and a medicine.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Representative records used to test the database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49377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MEDICINE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937759" cy="276148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Paracetamol Tablet — ₹25 — Stock: 100
Cough Syrup — ₹80 — Stock: 40
Vitamin C Tablet — ₹60 — Stock: 75
Amoxicillin Capsule — ₹120 — Stock: 30
Insulin Injection — ₹250 — Stock: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00784"/>
            <a:ext cx="4937759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ORDER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937759" cy="276148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Order 1 — ₹550 — UPI
Order 2 — ₹300 — Cash
Order 3 — ₹1,200 — Card
Order 4 — ₹450 — UPI
Order 5 — ₹800 — Cash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Sample values are illustrative and should be adjusted if your final database contains different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SQL Query Analysis — Basic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Filtering records using SELECT and 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1">
                <a:solidFill>
                  <a:srgbClr val="142748"/>
                </a:solidFill>
                <a:latin typeface="Aptos"/>
              </a:rPr>
              <a:t>Query 1 — Display customer names and cities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118872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02536"/>
            <a:ext cx="4718303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SELECT customer_name, city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FROM customers;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1">
                <a:solidFill>
                  <a:srgbClr val="142748"/>
                </a:solidFill>
                <a:latin typeface="Aptos"/>
              </a:rPr>
              <a:t>Query 2 — Find medicines that are syrup or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86200"/>
            <a:ext cx="6675120" cy="155448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14215"/>
            <a:ext cx="6272783" cy="12984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SELECT *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FROM medicines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WHERE medicine_type IN ('Syrup', 'Injection');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Filtering &amp; Aggregate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WHERE, COUNT and GROUP BY.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3 — Orders above ₹500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123444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4718303" cy="9784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SELECT *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FROM orders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WHERE total_amount &gt; 500;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42748"/>
                </a:solidFill>
                <a:latin typeface="Aptos"/>
              </a:rPr>
              <a:t>Query 4 — Count medicines supplied by Apollo Distributors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57800" cy="182880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002536"/>
            <a:ext cx="4855464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COUNT(*) AS total_medicines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medicines m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JOIN suppliers s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ON m.supplier_id = s.supplier_id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WHERE s.supplier_name = 'Apollo Distributors';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512064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5 — Revenue by payment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6675120" cy="109728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700016"/>
            <a:ext cx="6272783" cy="8412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SELECT payment_mode, SUM(total_amount) AS total_revenue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FROM orders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GROUP BY payment_mode;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JOIN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Combine related data from more than one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6 — Customer name, order date and total amount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7589520" cy="132588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7187184" cy="10698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SELECT c.customer_name, o.order_date, o.total_amount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FROM orders o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JOIN customers c ON o.customer_id = c.customer_id;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7 — Low-stock medicines with supplier 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8229600" cy="146304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059935"/>
            <a:ext cx="7827264" cy="12070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SELECT m.medicine_name, m.stock_quantity, s.supplier_name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FROM medicines m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JOIN suppliers s ON m.supplier_id = s.supplier_id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WHERE m.stock_quantity &lt; 50;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Sales &amp; 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Aggregate calculations using SUM, GROUP BY and HAVING.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8 — Best-selling medicine by total quantity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241280" cy="155448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9838944" cy="12984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SELECT m.medicine_name, SUM(oi.quantity) AS total_quantity_sold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FROM order_items oi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JOIN medicines m ON oi.medicine_id = m.medicine_id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GROUP BY m.medicine_id, m.medicine_name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ORDER BY total_quantity_sold DESC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LIMIT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2748"/>
                </a:solidFill>
                <a:latin typeface="Aptos"/>
              </a:rPr>
              <a:t>Query 9 — Customers who spent more than ₹1,000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10515600" cy="1417320"/>
          </a:xfrm>
          <a:prstGeom prst="round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197096"/>
            <a:ext cx="10113264" cy="11612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c.customer_name, SUM(o.total_amount) AS total_spent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customers c JOIN orders o ON c.customer_id = o.customer_id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GROUP BY c.customer_id, c.customer_name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HAVING SUM(o.total_amount) &gt; 1000;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748"/>
                </a:solidFill>
                <a:latin typeface="Aptos"/>
              </a:rPr>
              <a:t>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What the project demonstrates.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Jeevan Raksha Pharmacy  |  MySQL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657382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589520" cy="4023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Customer and supplier details can be stored in structured tables.</a:t>
            </a:r>
          </a:p>
          <a:p>
            <a:pPr>
              <a:spcAft>
                <a:spcPts val="13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Medicine stock and expiry details can be retrieved with SQL.</a:t>
            </a:r>
          </a:p>
          <a:p>
            <a:pPr>
              <a:spcAft>
                <a:spcPts val="13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Orders can be filtered by amount and grouped by payment mode.</a:t>
            </a:r>
          </a:p>
          <a:p>
            <a:pPr>
              <a:spcAft>
                <a:spcPts val="13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JOIN queries connect customer, order, medicine and supplier data.</a:t>
            </a:r>
          </a:p>
          <a:p>
            <a:pPr>
              <a:spcAft>
                <a:spcPts val="13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Aggregate queries help identify sales patterns and low-stock medicines.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828800"/>
            <a:ext cx="2651760" cy="2377440"/>
          </a:xfrm>
          <a:prstGeom prst="roundRect">
            <a:avLst/>
          </a:prstGeom>
          <a:solidFill>
            <a:srgbClr val="DEF5E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59" y="1975104"/>
            <a:ext cx="2286000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9" y="2423160"/>
            <a:ext cx="2286000" cy="16642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MySQL makes pharmacy information easier to organize, search and summarize.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26032"/>
            <a:ext cx="10515600" cy="9694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9640" y="3863341"/>
            <a:ext cx="1033272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2200" b="1" dirty="0">
                <a:solidFill>
                  <a:srgbClr val="97E1D7"/>
                </a:solidFill>
                <a:latin typeface="Aptos"/>
              </a:rPr>
              <a:t>Jeevan Raksha Pharmacy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3272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B4C3D2"/>
                </a:solidFill>
                <a:latin typeface="Aptos"/>
              </a:rPr>
              <a:t>MySQL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1349</Words>
  <Application>Microsoft Office PowerPoint</Application>
  <PresentationFormat>Widescreen</PresentationFormat>
  <Paragraphs>173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Eswari M</dc:creator>
  <cp:keywords/>
  <dc:description>generated using python-pptx</dc:description>
  <cp:lastModifiedBy>Satish Chandra Kumar (B.Tech_2026)</cp:lastModifiedBy>
  <cp:revision>5</cp:revision>
  <dcterms:created xsi:type="dcterms:W3CDTF">2013-01-27T09:14:16Z</dcterms:created>
  <dcterms:modified xsi:type="dcterms:W3CDTF">2026-10-28T08:11:32Z</dcterms:modified>
  <cp:category/>
</cp:coreProperties>
</file>